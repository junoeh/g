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43DD-A343-7C55-6AD5-855A89DA4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32668-EB7D-55AA-5378-16FC9FC7B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EC3C0-1B2C-F92E-26F0-BCE4F13F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8959-49FD-B74D-71E2-B817779A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305E6-14F5-A10B-6736-EC1DB455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4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9282-D531-507A-8A2B-97101550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035C3-F709-C660-5BAE-F9504C96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02FB4-AD36-8736-C58F-B0FBBCBE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85976-E294-C5EA-7D15-20C93904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5C473-DB86-2AC3-BB70-0F23D684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6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4EA4-2546-0AAF-F937-B8C79203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274BC-F061-E30E-8C4F-899815C05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EBD5-09AA-0BD8-E598-7994E98C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17609-DEFF-BBCC-E59F-82A5DD84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F1667-A539-336E-CFA6-84C5E005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3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E4A3-19D3-79C8-FF3A-A38A3F25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DB7F-D488-387C-2314-D895F9FC8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E5D11-E38F-E15F-DF10-12EF2CC95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5775A-3C92-9731-BA58-BF284672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18F33-007F-E9E3-361D-72E926CE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3217A-5CA2-4EB7-8ABC-991BED10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0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7951-9E99-0E72-12C7-AFED18B4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46E1A-5B01-E52C-203A-B70F7AE4C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1539E-66EB-1F5D-D003-F6BCFB37A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C30F1-AF45-FBF9-9D71-06CE94977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B836E-2DA0-E3BB-CD35-0A0D63F72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2BFF5-701F-9A9F-340D-D8DCDB7E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99661A-9A6E-BE8B-4710-9D519C91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00EAA-043F-7EE1-90C7-5DF62F48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9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F73D-B5A3-AD58-EAA8-D680E282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6AFE5-FB2B-FAF3-4267-F9729D9C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46904-D183-162B-50E0-5224ADCA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66118-21AB-AAD3-9C41-79A4FB29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4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39E25-1E67-DAA2-3977-E344EDB80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FC042-BDCB-1D4C-9B6F-36578A06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EF479-8BD8-8EFF-542D-B40663BE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6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657A-DFD6-CFFD-EAC0-B808A20C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0EB3-C041-9F46-ACD5-E6748495F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992CB-679A-D35B-8BC2-BBB678691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F5491-6CE7-FFBD-24D6-DC4CB318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A62F8-C898-2A71-5609-C623F062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BCD9C-12AE-5D40-46E2-270EF2B9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3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9F86-EB40-99B2-387D-B8D8164D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14646-A86C-C0E1-56D8-E793D15BF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73C8E-86D9-5656-C4A7-1E7C9CE98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04E53-D0ED-69C2-9BE4-7F8268F3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F4809-E77B-A300-96DF-CD851CFC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5D48A-B43D-D2D7-8FBB-0008C5C38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3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080D-9874-D694-DEF6-6C7FFA75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0A5D4-8961-67A1-7EF2-32C55A079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94609-6187-A654-5423-6EC1EFAB1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35B1D-94B0-C62E-BF41-7C3A8177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88659-0A07-5B9F-3455-0824887D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8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2804F3-4294-0D70-D444-4DA5EE319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CA200-7377-3EE8-51FB-1FED1289B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6D25D-B151-B5EB-3C63-494CCF94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C0DEE-914B-A4E1-AD08-5A445530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B890D-D7FD-A1B4-FAAD-EDEDE21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8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29F25-6788-693A-AA0E-9E190D0C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63D92-F95A-9AD1-1AA1-16C2F3416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5DA34-9BCB-56F7-2D77-087A06F2F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04D21-BD82-41E1-BA2C-42281C248F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DCD10-F96E-C154-0883-D4B30C271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B6A66-9A3F-894A-707A-63A2191C5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30F4D-392E-4F62-A6AD-C8BF479EF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8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9996-0DE9-653B-BCB4-56614C773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Brukerveiledning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00E04-68F7-CF41-3E61-693A56CFEA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WebNovel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68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FB8E-7BB2-2B65-1A5B-2CA89844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28" y="2830226"/>
            <a:ext cx="9229344" cy="1325563"/>
          </a:xfrm>
        </p:spPr>
        <p:txBody>
          <a:bodyPr>
            <a:noAutofit/>
          </a:bodyPr>
          <a:lstStyle/>
          <a:p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Hvordan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å lese </a:t>
            </a:r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noveller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0991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F9006-00AE-7D1F-358F-568684939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Trykk på tittelen til en av novellene på “Novels”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1659B-9DE1-12B2-33B1-AF052E932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19" y="1675227"/>
            <a:ext cx="883256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859C1-D4FB-39CE-8C35-85AECE25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Du kan nå velge en chapter som du vil lese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F1AA0-AEA0-4709-C16E-5452CB827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318355"/>
            <a:ext cx="10905066" cy="31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3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80CF9DC-A16D-D1F7-D6AD-4C651BFF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28" y="2766218"/>
            <a:ext cx="9229344" cy="1325563"/>
          </a:xfrm>
        </p:spPr>
        <p:txBody>
          <a:bodyPr>
            <a:noAutofit/>
          </a:bodyPr>
          <a:lstStyle/>
          <a:p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Hvordan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å </a:t>
            </a:r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lage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noveller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legge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chapters?</a:t>
            </a:r>
          </a:p>
        </p:txBody>
      </p:sp>
    </p:spTree>
    <p:extLst>
      <p:ext uri="{BB962C8B-B14F-4D97-AF65-F5344CB8AC3E}">
        <p14:creationId xmlns:p14="http://schemas.microsoft.com/office/powerpoint/2010/main" val="328585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2AFE7-EE78-6A94-B561-B46A9BEC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Trykk på add novels Knappen på navbarren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A313F-479D-5D2C-488D-FE587165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63" y="1675227"/>
            <a:ext cx="874467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0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7839D-7377-277F-51F3-8553D01E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Skriv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tittel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og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kort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forklaring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om din Novel. “Create”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etter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du er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ferdig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73117-1023-DC51-B208-8F580CC86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19" y="1675227"/>
            <a:ext cx="883256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12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F16255-C267-9BAC-7013-D6A475416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Nå</a:t>
            </a:r>
            <a: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kan</a:t>
            </a:r>
            <a: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du se </a:t>
            </a:r>
            <a:r>
              <a:rPr lang="en-US" sz="2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novellen</a:t>
            </a:r>
            <a: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din på “novels” page</a:t>
            </a:r>
            <a:b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Trykk</a:t>
            </a:r>
            <a: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på den for å </a:t>
            </a:r>
            <a:r>
              <a:rPr lang="en-US" sz="2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legge</a:t>
            </a:r>
            <a: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til</a:t>
            </a:r>
            <a:r>
              <a:rPr lang="en-US" sz="2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en chapter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52A86-DEEC-4594-6485-C4521B8C4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19" y="1675227"/>
            <a:ext cx="883256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2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49A29-A8F4-86C0-F7A3-D27F8C3F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Trykk på “add chapter”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0C6CE5-7614-B052-8848-CCFA0F440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123" y="1675227"/>
            <a:ext cx="89677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26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F58C6-0601-56EC-9941-FF23EAAC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Skriv chapter number, navnet til chapter, teksten for chapter og trykk “Save chapter”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40E6A-C2D1-257D-9898-36E4F79C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123" y="1675227"/>
            <a:ext cx="89677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60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104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Brukerveiledning</vt:lpstr>
      <vt:lpstr>Hvordan å lese noveller?</vt:lpstr>
      <vt:lpstr>Trykk på tittelen til en av novellene på “Novels” </vt:lpstr>
      <vt:lpstr>Du kan nå velge en chapter som du vil lese</vt:lpstr>
      <vt:lpstr>Hvordan å lage noveller og legge til chapters?</vt:lpstr>
      <vt:lpstr>Trykk på add novels Knappen på navbarren</vt:lpstr>
      <vt:lpstr>Skriv tittel og kort forklaring om din Novel. “Create” etter du er ferdig</vt:lpstr>
      <vt:lpstr>Nå kan du se novellen din på “novels” page Trykk på den for å legge til en chapter</vt:lpstr>
      <vt:lpstr>Trykk på “add chapter”</vt:lpstr>
      <vt:lpstr>Skriv chapter number, navnet til chapter, teksten for chapter og trykk “Save chapter”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Supreme Kafle</dc:creator>
  <cp:lastModifiedBy>Supreme Kafle</cp:lastModifiedBy>
  <cp:revision>1</cp:revision>
  <dcterms:created xsi:type="dcterms:W3CDTF">2025-12-17T09:00:30Z</dcterms:created>
  <dcterms:modified xsi:type="dcterms:W3CDTF">2025-12-17T12:20:30Z</dcterms:modified>
</cp:coreProperties>
</file>